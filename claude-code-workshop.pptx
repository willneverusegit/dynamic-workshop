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angle">
            <a:avLst/>
          </a:prstGeom>
          <a:solidFill>
            <a:srgbClr val="38BDF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005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920240" y="1691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1920240" y="2423160"/>
            <a:ext cx="2286000" cy="36576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7" name="Text 4"/>
          <p:cNvSpPr/>
          <p:nvPr/>
        </p:nvSpPr>
        <p:spPr>
          <a:xfrm>
            <a:off x="192024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ersten Session zum produktiven Workflow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  </a:t>
            </a:r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92024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Dominic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Worüber wir sprechen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187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Was ist Claude Code?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nicht Chat — CLI, Desktop, IDE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335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Context &amp; Memory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11480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Window, CLAUDE.md, Persistenz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483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Effektives Prompting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11480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Vage vs. spezifisch, Iterative Patterns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96312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Git-Integration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1148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→ Commit → PR, Worktrees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57200" y="2834640"/>
            <a:ext cx="8229600" cy="9144"/>
          </a:xfrm>
          <a:prstGeom prst="rectangle">
            <a:avLst/>
          </a:prstGeom>
          <a:solidFill>
            <a:srgbClr val="33415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907792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Skills &amp; Commands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11480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Wiederverwendbare Prompt-Templates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319272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6012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Hooks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11480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Deterministische Guardrails</a:t>
            </a:r>
            <a:endParaRPr lang="en-US" sz="11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730752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6012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Plugins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411480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Paketierte Erweiterungen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142232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96012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MCP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41148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Systeme anbinden</a:t>
            </a:r>
            <a:endParaRPr lang="en-US" sz="11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4553712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6012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RAG &amp; NotebookLM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411480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Wissen einbinden</a:t>
            </a:r>
            <a:endParaRPr lang="en-US" sz="1100" dirty="0"/>
          </a:p>
        </p:txBody>
      </p:sp>
      <p:sp>
        <p:nvSpPr>
          <p:cNvPr id="33" name="Text 2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FOUNDATIONS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ist Claude Code?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Chatbot. Kein Autocomplete. Eine autonome Agent-Loop im Terminal.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22860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2651760" cy="54864"/>
          </a:xfrm>
          <a:prstGeom prst="rectangle">
            <a:avLst/>
          </a:prstGeom>
          <a:solidFill>
            <a:srgbClr val="6474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claude.ai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24231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Beratung per Gespräch.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Dateizugriff,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Ausführung.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600200"/>
            <a:ext cx="2651760" cy="22860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600200"/>
            <a:ext cx="2651760" cy="54864"/>
          </a:xfrm>
          <a:prstGeom prst="rectangle">
            <a:avLst/>
          </a:prstGeom>
          <a:solidFill>
            <a:srgbClr val="38BDF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7830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97764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Desktop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520440" y="24231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Voller Filesystem-Zugriff,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Bash, Git, MCP, Subagents.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 deinem System.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600200"/>
            <a:ext cx="2651760" cy="22860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600200"/>
            <a:ext cx="2651760" cy="54864"/>
          </a:xfrm>
          <a:prstGeom prst="rectangle">
            <a:avLst/>
          </a:prstGeom>
          <a:solidFill>
            <a:srgbClr val="818CF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 Extension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85800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JetBrains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400800" y="24231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im Editor.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Sieht dein Projekt,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macht direkte Edits.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4114800"/>
            <a:ext cx="8229600" cy="7315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31520" y="4160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Code is a power tool. There's no one right way to work with it.</a:t>
            </a:r>
            <a:pPr indent="0" marL="0">
              <a:buNone/>
            </a:pPr>
            <a:r>
              <a:rPr lang="en-US" sz="2800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Boris Cherny, Creator of Claude Code</a:t>
            </a:r>
            <a:endParaRPr lang="en-US" sz="2800" dirty="0"/>
          </a:p>
        </p:txBody>
      </p:sp>
      <p:sp>
        <p:nvSpPr>
          <p:cNvPr id="26" name="Text 2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MENTALES MODELL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Security-Analogie: Drei Berater-Modi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27432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51760" cy="54864"/>
          </a:xfrm>
          <a:prstGeom prst="rectangle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Berater am Telefon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Hört zu, gibt Rat.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Berührt nichts.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setzt selbst um.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51760" cy="27432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188720"/>
            <a:ext cx="265176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7764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Berater mit Badge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7764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CLI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1031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Zugang zum Gebäude.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Öffnet Türen, prüft Verkabelung,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Logs, konfiguriert.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651760" cy="27432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188720"/>
            <a:ext cx="2651760" cy="54864"/>
          </a:xfrm>
          <a:prstGeom prst="rectangle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580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Berater am Schreibtisch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 / IDE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Gleicher Zugang,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anderes Interface.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 Arbeit, mehr Komfort.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Interfaces ändern sich — die Fähigkeiten bleiben gleich.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WERKZEUGE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Tools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Tool ist ein eigener Zugangsbereich — mit eigener Freigabestufe.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109728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Funktion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Read, Glob, Grep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Dateien lesen, suchen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Lobby — jeder kommt rein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Edit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Dateien gezielt ändern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Büro — Wartungsbadge nötig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Write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Dateien erstellen/überschreiben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Technikraum — Freigabe nötig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Shell-Befehle ausführen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Serverraum — explizite Genehmigung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WebSearch / WebFetch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durchsuchen / abrufen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Außenbereich — Ausgangstor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 spawnen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Teamleitung — delegiert intern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aufrufen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 aktivieren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SICHERHEIT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 System — 6 Stufen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" cy="457200"/>
          </a:xfrm>
          <a:prstGeom prst="rectangl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143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Lesen, alles andere fragt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143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Besucherbadge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457200"/>
          </a:xfrm>
          <a:prstGeom prst="rectangl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37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acceptEdits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Lesen + Editieren, Bash fragt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Wartungsbadge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73152" cy="457200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31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2331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Zeigt Plan, genehmigt alles auf einmal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73152" cy="457200"/>
          </a:xfrm>
          <a:prstGeom prst="rectangl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ML-Klassifier entscheidet (Team/Ent.)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Badge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73152" cy="457200"/>
          </a:xfrm>
          <a:prstGeom prst="rectangl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520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dontAsk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94560" y="3520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fragen — nur Allow/Deny-Rules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Freigegebener Auftrag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73152" cy="457200"/>
          </a:xfrm>
          <a:prstGeom prst="rectangle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114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bypass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9456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erlaubt (NUR in Sandboxes!)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Generalschlüssel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4114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636008"/>
            <a:ext cx="228600" cy="2286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0584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Faustregel: Default-Mode beibehalten. Auto-accept nur MIT Hooks als Guardrails.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CONTEXT &amp; MEMORY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Context ist RAM, keine Festplatte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411480"/>
          </a:xfrm>
          <a:prstGeom prst="rectangle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5760720" cy="411480"/>
          </a:xfrm>
          <a:prstGeom prst="rectangle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Kontext genutzt: ~70%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234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1M Tokens (Opus)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den Context füllt: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Nachrichten + Claudes Antworten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Gelesene Dateien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71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Command-Output (stdout/stderr)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163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Memory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3931920" cy="23774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Management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Nutzung visualisieren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770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770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Proaktiv komprimieren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118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leeren (neues Thema)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4655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4655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Gespräch exportieren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813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813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 Session fortsetzen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Faustregel: /compact bei &gt;80% Auslastung.  /clear bei Themenwechsel.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KONFIGURATION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— Deine Projekt-Policy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liest dieses Dokument bei jedem Sessionstart — automatisch, ohne Erinnerung.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265176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Konfigurations-Hierarchie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~/.claude/CLAUDE.md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(alle Projekte)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71600" y="21488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04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./CLAUDE.md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(Git-tracked, Team)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371600" y="25328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688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./CLAUDE.local.md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2688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 (.gitignore!)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71600" y="29169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.claude/rules/*.md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3072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Pfad-spezifische Regeln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71600" y="3300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System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Auto-kuratiert, persistent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1417320"/>
            <a:ext cx="3931920" cy="265176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gehört rein?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Stack &amp; Versionen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2194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Coding-Konventionen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2468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Domain-Terminologie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2743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"Nie anfassen"-Regeln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Secrets / API-Keys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0" y="3566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Temporärer Task-Kontext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37760" y="3840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Lange Dokumentation (&gt;200 Zeilen)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PROMPTING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Vage rein → Vage raus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prompting = Arbeitsauftrag schreiben, nicht wünschen.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0" cy="20116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3840480" cy="54864"/>
          </a:xfrm>
          <a:prstGeom prst="rectangl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Vager Prompt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"Fix the bug"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rät welcher Bug.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Ändert vielleicht das Falsche.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Validierungskriterium.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3931920" cy="20116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17320"/>
            <a:ext cx="3931920" cy="54864"/>
          </a:xfrm>
          <a:prstGeom prst="rectangl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Spezifischer Prompt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"Fix den NullPointer in auth.py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Zeile 45. LDAP-Import 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kein Email-Feld. Null-Check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hinzufügen, Tests anpassen."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Datei, Zeile, Ursache, Fix-Strategie.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Battle-Tested Patterns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"Read X first, then suggest"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1752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echtem Code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"Show plan before implementing"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1752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vor Änderungen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"Only change X, don't touch Y"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3232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explizit begrenzen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"Run tests and show output"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3232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Verifikation eingebaut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GIT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Git-Integration — Alles aus der Konversation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88720" cy="9144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188720" cy="45720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erstellen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5448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83080" y="1188720"/>
            <a:ext cx="1188720" cy="9144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83080" y="1188720"/>
            <a:ext cx="1188720" cy="45720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1325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7180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1188720" cy="9144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88720"/>
            <a:ext cx="1188720" cy="45720"/>
          </a:xfrm>
          <a:prstGeom prst="rectangle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325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/diff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17720" y="1188720"/>
            <a:ext cx="1188720" cy="9144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188720"/>
            <a:ext cx="1188720" cy="45720"/>
          </a:xfrm>
          <a:prstGeom prst="rectangle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325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 lassen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0644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35040" y="1188720"/>
            <a:ext cx="1188720" cy="9144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188720"/>
            <a:ext cx="1188720" cy="45720"/>
          </a:xfrm>
          <a:prstGeom prst="rectangle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325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Push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2376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52360" y="1188720"/>
            <a:ext cx="1188720" cy="9144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52360" y="1188720"/>
            <a:ext cx="1188720" cy="45720"/>
          </a:xfrm>
          <a:prstGeom prst="rectangl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7452360" y="1325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erstellen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Worktrees — Dein Software-Testlabor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3931920" cy="18288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Ohne Worktree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33375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 → branch wechseln → fix 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→ push → unstash 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weiterarbeiten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Schritte, Kontextverlust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2926080"/>
            <a:ext cx="3931920" cy="18288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 Worktree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33375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-w hotfix-branch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 in isoliertem Verzeichnis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Dein Feature-Branch bleibt unberührt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Schritt, null Kontextverlust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818CF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1887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2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Ökosystem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 ·  Hooks  ·  Plugins  ·  MCP  ·  RAG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SKILLS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= SOPs für die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Wiederverwendbare Instruktionen in Markdown — statt Copy-Paste jede Session.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572000" cy="29260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.claude/skills/review/SKILL.md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4206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Security-Code-Review.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Trigger: "review", "check code"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allowed-tools: Read, Grep, Glob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Review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Prüfe auf: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SQL Injection, XSS, Auth Bypass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Fehlende Input-Validierung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Hardcoded Secrets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Ausgabe als Tabelle: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 | File | Line | Issue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0" y="1417320"/>
            <a:ext cx="3383280" cy="10972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0" y="1417320"/>
            <a:ext cx="54864" cy="1097280"/>
          </a:xfrm>
          <a:prstGeom prst="rectangle">
            <a:avLst/>
          </a:prstGeom>
          <a:solidFill>
            <a:srgbClr val="818CF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002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97880" y="1554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Auto-Aktivierung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532120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matcht die Description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 deine Aufgabe — kein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expliziter Aufruf nötig.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03520" y="2651760"/>
            <a:ext cx="3383280" cy="10972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03520" y="2651760"/>
            <a:ext cx="54864" cy="1097280"/>
          </a:xfrm>
          <a:prstGeom prst="rectangle">
            <a:avLst/>
          </a:prstGeom>
          <a:solidFill>
            <a:srgbClr val="F59E0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83464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9788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allowed-tools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32120" y="3200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Review-Skill braucht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Write oder Edit.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~/.claude/skills/  </a:t>
            </a:r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HOOKS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 — Deterministisch, nicht probabilistisch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840480" cy="10972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1097280"/>
          </a:xfrm>
          <a:prstGeom prst="rectangl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CLAUDE.md-Instruktion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"Bitte keine Secrets committen"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Claude könnte es trotzdem tun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Probabilistisch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10972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64008" cy="1097280"/>
          </a:xfrm>
          <a:prstGeom prst="rectangl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PreToolUse Hook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 → Aktion blockiert. Garantiert.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Deterministisch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Feuert IMMER, ohne Erinnerung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Hook-Events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371600"/>
                <a:gridCol w="32004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Kann blockieren?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8C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PreToolUse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 jeder Tool-Nutzung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Kartenleser — prüft vor Türöffnung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PostToolUse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Tool-Nutzung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Türsensor — loggt nach Durchgang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SessionStart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beginnt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Schichtbeginn-Briefing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UserPromptSubmit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User-Input kommt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Eingangskontrolle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ist fertig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Schichtende-Alarm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Notification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benachrichtigt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Alarmmeldung weiterleiten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PLUGINS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Plugins — npm für AI-Workflows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29260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Plugin-Struktur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my-plugin/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plugin.json        # Manifest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review/SKILL.md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security.md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commands/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audit.md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hooks/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hooks.json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.mcp.json          # Bundled MCP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840480" cy="13716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43000"/>
            <a:ext cx="54864" cy="1371600"/>
          </a:xfrm>
          <a:prstGeom prst="rectangle">
            <a:avLst/>
          </a:prstGeom>
          <a:solidFill>
            <a:srgbClr val="38BDF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258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40680" y="1280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74920" y="16916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→ Persönliches Toolkit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→ Team (Git-tracked)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→ Nicht geteilt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→ Enterprise-Admin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2697480"/>
            <a:ext cx="3840480" cy="11887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2697480"/>
            <a:ext cx="54864" cy="1188720"/>
          </a:xfrm>
          <a:prstGeom prst="rectangle">
            <a:avLst/>
          </a:prstGeom>
          <a:solidFill>
            <a:srgbClr val="F59E0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88036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4068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 Risk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4920" y="32461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Plugin-Code reviewen vor Install.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Versionen pinnen. Executables 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bin/ laufen mit deinen Rechten.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plugin install &lt;source&gt;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--plugin-dir ./my-plugin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MCP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— USB-C für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Offener Standard — verbindet Claude mit Datenbanken, APIs, Browsern, Messaging.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11887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1188720"/>
          </a:xfrm>
          <a:prstGeom prst="rectangle">
            <a:avLst/>
          </a:prstGeom>
          <a:solidFill>
            <a:srgbClr val="38BDF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Browser-Automatisierung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Klicks, Screenshots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560" y="1417320"/>
            <a:ext cx="2651760" cy="11887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417320"/>
            <a:ext cx="54864" cy="1188720"/>
          </a:xfrm>
          <a:prstGeom prst="rectangle">
            <a:avLst/>
          </a:prstGeom>
          <a:solidFill>
            <a:srgbClr val="38BDF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002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66160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PRs, Repos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Code-Review-Integration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1417320"/>
            <a:ext cx="2651760" cy="11887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417320"/>
            <a:ext cx="54864" cy="1188720"/>
          </a:xfrm>
          <a:prstGeom prst="rectangle">
            <a:avLst/>
          </a:prstGeom>
          <a:solidFill>
            <a:srgbClr val="818CF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12280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 / SQLite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46520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Datenbank-Queries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direkt aus DB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7200" y="2788920"/>
            <a:ext cx="2651760" cy="11887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2788920"/>
            <a:ext cx="54864" cy="1188720"/>
          </a:xfrm>
          <a:prstGeom prst="rectangle">
            <a:avLst/>
          </a:prstGeom>
          <a:solidFill>
            <a:srgbClr val="818CF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2926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Slack / Discord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5800" y="3337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Nachrichten lesen/senden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Team-Benachrichtigungen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337560" y="2788920"/>
            <a:ext cx="2651760" cy="11887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337560" y="2788920"/>
            <a:ext cx="54864" cy="1188720"/>
          </a:xfrm>
          <a:prstGeom prst="rectangle">
            <a:avLst/>
          </a:prstGeom>
          <a:solidFill>
            <a:srgbClr val="34D39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97180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31920" y="2926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Context7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566160" y="3337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 Library-Docs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Verhindert Halluzinationen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217920" y="2788920"/>
            <a:ext cx="2651760" cy="11887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17920" y="2788920"/>
            <a:ext cx="54864" cy="1188720"/>
          </a:xfrm>
          <a:prstGeom prst="rectangle">
            <a:avLst/>
          </a:prstGeom>
          <a:solidFill>
            <a:srgbClr val="34D399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971800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12280" y="2926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446520" y="3337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APIs exponieren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Internes Tooling anbinden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57200" y="4343400"/>
            <a:ext cx="8229600" cy="5486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453128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005840" y="4343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MCP-Server haben Zugriff auf echte Daten. Token-Scope minimieren. OAuth bevorzugen. Prompt Injection beachten.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Eigenes Wissen einbinden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128016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1280160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365760" cy="365760"/>
          </a:xfrm>
          <a:prstGeom prst="oval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@file-Imports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direkt in Context laden.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@docs/api-spec.yaml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Einfachster Weg.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023360" cy="128016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54864" cy="1280160"/>
          </a:xfrm>
          <a:prstGeom prst="rectangle">
            <a:avLst/>
          </a:prstGeom>
          <a:solidFill>
            <a:srgbClr val="818C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280160"/>
            <a:ext cx="365760" cy="365760"/>
          </a:xfrm>
          <a:prstGeom prst="oval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MCP-basiertes RAG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 als Wissensbasis.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feuert SQL-Queries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 deine Doku-DB.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4023360" cy="128016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06040"/>
            <a:ext cx="54864" cy="1280160"/>
          </a:xfrm>
          <a:prstGeom prst="rectangle">
            <a:avLst/>
          </a:prstGeom>
          <a:solidFill>
            <a:srgbClr val="34D39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743200"/>
            <a:ext cx="365760" cy="365760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NotebookLM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154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Google-RAG-Tool. PDFs, URLs,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hochladen. Antworten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Quellenverweisen.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606040"/>
            <a:ext cx="4023360" cy="128016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606040"/>
            <a:ext cx="54864" cy="1280160"/>
          </a:xfrm>
          <a:prstGeom prst="rectangle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2743200"/>
            <a:ext cx="365760" cy="36576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Explore-Subagent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3154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Codebase-RAG.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eigener Context.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Hält Haupt-Session sauber.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'smart generalist' zu 'expert in unserem Stack' — ohne Fine-Tuning.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ZUSAMMENFASSUNG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Ökosystem-Stack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7315200" cy="5486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097280"/>
            <a:ext cx="73152" cy="548640"/>
          </a:xfrm>
          <a:prstGeom prst="rectangl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/ NotebookLM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0972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verifiziertes Wissen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51560" y="1737360"/>
            <a:ext cx="7040880" cy="5486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1737360"/>
            <a:ext cx="73152" cy="548640"/>
          </a:xfrm>
          <a:prstGeom prst="rectangle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1737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Systeme (Browser, DB, Slack, APIs)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88720" y="2377440"/>
            <a:ext cx="6766560" cy="5486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88720" y="2377440"/>
            <a:ext cx="73152" cy="548640"/>
          </a:xfrm>
          <a:prstGeom prst="rectangle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377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Paketierte Team-Capabilities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325880" y="3017520"/>
            <a:ext cx="6492240" cy="5486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25880" y="3017520"/>
            <a:ext cx="73152" cy="548640"/>
          </a:xfrm>
          <a:prstGeom prst="rectangl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620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Deterministische Guardrails (PreToolUse, PostToolUse)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463040" y="3657600"/>
            <a:ext cx="6217920" cy="5486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63040" y="3657600"/>
            <a:ext cx="73152" cy="548640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&amp; Commands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Wiederverwendbare Workflows &amp; Auslöser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00200" y="4297680"/>
            <a:ext cx="5943600" cy="5486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00200" y="4297680"/>
            <a:ext cx="73152" cy="548640"/>
          </a:xfrm>
          <a:prstGeom prst="rectangle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0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Core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60520" y="4297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Write · Edit · Bash · Git · Agent · WebSearch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Schicht erweitert die Reichweite — von persönlicher Automatisierung bis Systemintegration.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 fange ich an?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103120" y="1673352"/>
            <a:ext cx="347472" cy="347472"/>
          </a:xfrm>
          <a:prstGeom prst="oval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210312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0604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in bestehendem Projekt starten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2176272"/>
            <a:ext cx="347472" cy="347472"/>
          </a:xfrm>
          <a:prstGeom prst="oval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06040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schreiben (Stack, Konventionen, No-Go-Zonen)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2679192"/>
            <a:ext cx="347472" cy="347472"/>
          </a:xfrm>
          <a:prstGeom prst="oval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 Skill bauen (häufigstes wiederholtes Prompt)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03120" y="3182112"/>
            <a:ext cx="347472" cy="347472"/>
          </a:xfrm>
          <a:prstGeom prst="oval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3154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Hook einrichten (rm -rf, force push blockieren)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03120" y="3685032"/>
            <a:ext cx="347472" cy="347472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3657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MCP-Server hinzufügen (GitHub ist der einfachste)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103120" y="4187952"/>
            <a:ext cx="347472" cy="347472"/>
          </a:xfrm>
          <a:prstGeom prst="oval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210312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06040" y="4160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dann: Subagents, Plugins, Agent Teams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011680" y="4572000"/>
            <a:ext cx="5120640" cy="9144"/>
          </a:xfrm>
          <a:prstGeom prst="rectangle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code.claude.com/docs  ·  github.com/anthropics/awesome-claude-code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Workshop</dc:title>
  <dc:subject>PptxGenJS Presentation</dc:subject>
  <dc:creator>Dominic</dc:creator>
  <cp:lastModifiedBy>Dominic</cp:lastModifiedBy>
  <cp:revision>1</cp:revision>
  <dcterms:created xsi:type="dcterms:W3CDTF">2026-04-07T15:30:30Z</dcterms:created>
  <dcterms:modified xsi:type="dcterms:W3CDTF">2026-04-07T15:30:30Z</dcterms:modified>
</cp:coreProperties>
</file>